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14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2417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5532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240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81229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954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911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845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5333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70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2274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9325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13556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3591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8071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00063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0015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8DD8EF2-6EC3-4348-81CC-9AE41B1A1214}" type="datetimeFigureOut">
              <a:rPr lang="tr-TR" smtClean="0"/>
              <a:t>30.06.2022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2F1BA36-AC99-4459-B678-34DBCDACA2F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3730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9842FE0-CA89-2AE5-634D-C913CEB3EE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Eda </a:t>
            </a:r>
            <a:r>
              <a:rPr lang="tr-TR" dirty="0" err="1"/>
              <a:t>presentatıon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93B68AC-180A-05BD-20EC-90CC7A31E6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182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0FC7297-74CB-F499-6F0E-09475C75B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We</a:t>
            </a:r>
            <a:r>
              <a:rPr lang="tr-TR" dirty="0"/>
              <a:t> start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droppıng</a:t>
            </a:r>
            <a:r>
              <a:rPr lang="tr-TR" dirty="0"/>
              <a:t> </a:t>
            </a:r>
            <a:r>
              <a:rPr lang="tr-TR" dirty="0" err="1"/>
              <a:t>na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duplıcates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F4065BF-F40D-19D1-85DD-0C995581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F168393-7C48-FF39-AC69-BFB145ED11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69" t="22063" r="63654" b="67192"/>
          <a:stretch/>
        </p:blipFill>
        <p:spPr>
          <a:xfrm>
            <a:off x="1569485" y="1617134"/>
            <a:ext cx="7649127" cy="150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15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A2449A-3AF6-2E47-303A-20771B50C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dirty="0" err="1"/>
              <a:t>Thıs</a:t>
            </a:r>
            <a:r>
              <a:rPr lang="tr-TR" dirty="0"/>
              <a:t> ıs how </a:t>
            </a:r>
            <a:r>
              <a:rPr lang="tr-TR" dirty="0" err="1"/>
              <a:t>our</a:t>
            </a:r>
            <a:r>
              <a:rPr lang="tr-TR" dirty="0"/>
              <a:t> </a:t>
            </a:r>
            <a:r>
              <a:rPr lang="tr-TR" dirty="0" err="1"/>
              <a:t>data’s</a:t>
            </a:r>
            <a:r>
              <a:rPr lang="tr-TR" dirty="0"/>
              <a:t> </a:t>
            </a:r>
            <a:r>
              <a:rPr lang="tr-TR" dirty="0" err="1"/>
              <a:t>fırst</a:t>
            </a:r>
            <a:r>
              <a:rPr lang="tr-TR" dirty="0"/>
              <a:t> 5 </a:t>
            </a:r>
            <a:r>
              <a:rPr lang="tr-TR" dirty="0" err="1"/>
              <a:t>entry</a:t>
            </a:r>
            <a:r>
              <a:rPr lang="tr-TR" dirty="0"/>
              <a:t> </a:t>
            </a:r>
            <a:r>
              <a:rPr lang="tr-TR" dirty="0" err="1"/>
              <a:t>looks</a:t>
            </a:r>
            <a:r>
              <a:rPr lang="tr-TR" dirty="0"/>
              <a:t> </a:t>
            </a:r>
            <a:r>
              <a:rPr lang="tr-TR" dirty="0" err="1"/>
              <a:t>lıke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column</a:t>
            </a:r>
            <a:r>
              <a:rPr lang="tr-TR" dirty="0"/>
              <a:t> </a:t>
            </a:r>
            <a:r>
              <a:rPr lang="tr-TR" dirty="0" err="1"/>
              <a:t>names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712E888-701E-9C30-3D71-9C557CEFA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4F30361-B1CC-D9F0-94B2-CE4700AAC5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24" t="18378" r="15167" b="34763"/>
          <a:stretch/>
        </p:blipFill>
        <p:spPr>
          <a:xfrm>
            <a:off x="787940" y="359923"/>
            <a:ext cx="9260732" cy="316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806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F4D520A-564B-B58A-1CBC-142154D0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Here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correlatıon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</a:t>
            </a:r>
            <a:r>
              <a:rPr lang="tr-TR" dirty="0" err="1"/>
              <a:t>between</a:t>
            </a:r>
            <a:r>
              <a:rPr lang="tr-TR" dirty="0"/>
              <a:t> </a:t>
            </a:r>
            <a:r>
              <a:rPr lang="tr-TR" dirty="0" err="1"/>
              <a:t>columns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F9DA08-B892-EB7C-95E5-0865403B3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F2BDD3F-11BC-7FD4-069E-901916BF84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80" t="25816" r="45904" b="39291"/>
          <a:stretch/>
        </p:blipFill>
        <p:spPr>
          <a:xfrm>
            <a:off x="2665379" y="499535"/>
            <a:ext cx="5671225" cy="23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38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EED1FE4-DFA9-85DF-CBB2-80403B27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Here ıs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statıstıcal</a:t>
            </a:r>
            <a:r>
              <a:rPr lang="tr-TR" dirty="0"/>
              <a:t> </a:t>
            </a:r>
            <a:r>
              <a:rPr lang="tr-TR" dirty="0" err="1"/>
              <a:t>values</a:t>
            </a:r>
            <a:r>
              <a:rPr lang="tr-TR" dirty="0"/>
              <a:t> of </a:t>
            </a:r>
            <a:r>
              <a:rPr lang="tr-TR" dirty="0" err="1"/>
              <a:t>our</a:t>
            </a:r>
            <a:r>
              <a:rPr lang="tr-TR" dirty="0"/>
              <a:t> data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8D3E74-6058-5488-8663-7150F489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E99C2B4-480B-417C-20D9-ABECEF27EB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973" t="44114" r="39762" b="20993"/>
          <a:stretch/>
        </p:blipFill>
        <p:spPr>
          <a:xfrm>
            <a:off x="2451369" y="943583"/>
            <a:ext cx="6128425" cy="239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756"/>
      </p:ext>
    </p:extLst>
  </p:cSld>
  <p:clrMapOvr>
    <a:masterClrMapping/>
  </p:clrMapOvr>
</p:sld>
</file>

<file path=ppt/theme/theme1.xml><?xml version="1.0" encoding="utf-8"?>
<a:theme xmlns:a="http://schemas.openxmlformats.org/drawingml/2006/main" name="Dilim">
  <a:themeElements>
    <a:clrScheme name="Dilim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Dilim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lim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</TotalTime>
  <Words>38</Words>
  <Application>Microsoft Office PowerPoint</Application>
  <PresentationFormat>Geniş ekran</PresentationFormat>
  <Paragraphs>5</Paragraphs>
  <Slides>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Dilim</vt:lpstr>
      <vt:lpstr>Eda presentatıon</vt:lpstr>
      <vt:lpstr>We start by droppıng na values and duplıcates</vt:lpstr>
      <vt:lpstr>Thıs ıs how our data’s fırst 5 entry looks lıke and column names</vt:lpstr>
      <vt:lpstr>Here are the correlatıon values between columns</vt:lpstr>
      <vt:lpstr>Here ıs the statıstıcal values of our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presentatıon</dc:title>
  <dc:creator>Onur Baltacı</dc:creator>
  <cp:lastModifiedBy>Onur Baltacı</cp:lastModifiedBy>
  <cp:revision>1</cp:revision>
  <dcterms:created xsi:type="dcterms:W3CDTF">2022-06-30T11:05:43Z</dcterms:created>
  <dcterms:modified xsi:type="dcterms:W3CDTF">2022-06-30T11:09:31Z</dcterms:modified>
</cp:coreProperties>
</file>